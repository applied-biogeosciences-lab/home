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-821" y="-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1AEE8-DCA9-4593-83DE-6334B95A2A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DA20A4-7E05-49CE-982F-2A2CCA6965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1A54D-FB0C-485F-96EE-5A34BEE19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8353A-F81F-4F5A-A9C7-94216EB6DEB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E757E-E29D-4E73-B976-604F90EFC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B24B6-FA09-495E-A3C0-2E7DCF0C0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A8AA7-C28D-44C8-8A1E-D55113C8D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949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CD29C-1296-4F9D-95E7-9EE500470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5FB15-27DF-4E42-90FC-B05303AFF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26F8E-A6D4-4305-9B95-2FCE254E4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8353A-F81F-4F5A-A9C7-94216EB6DEB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C13A2-3D7C-421B-9298-6354CACED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6D025-C654-4A35-B8CE-0C92CF3E7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A8AA7-C28D-44C8-8A1E-D55113C8D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06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A4B11-A53E-4F45-B048-A873E2301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E54099-B634-4A75-B2E2-9C5080CA55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E1D9A-393D-41B6-A679-738257011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8353A-F81F-4F5A-A9C7-94216EB6DEB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8D2AB-F6C5-4C5C-8AEB-9F29535D2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CD51E-62A5-4E60-AFD9-8E582BD76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A8AA7-C28D-44C8-8A1E-D55113C8D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958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C1779-9D10-432E-BD6D-3660C4384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3DF85-30A3-4757-A1D6-1BAA56C86F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F7BBD0-2BFA-47FD-995F-ED49644F7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0D602C-BC8A-43E4-A1CA-6679D6432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8353A-F81F-4F5A-A9C7-94216EB6DEB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D53835-AE23-475B-B937-816BB9E42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AE7706-24F2-4B83-A220-3E282E92C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A8AA7-C28D-44C8-8A1E-D55113C8D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708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48A53-E373-4C0B-B483-4ED4FF060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47AA5A-14F2-465F-9C47-D2313BDB34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9A7F82-7626-4DB2-B883-98A5780835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7CCE2B-44D5-43CD-AEDE-294E792A93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E9BDC6-E943-4262-8019-9E042E2A41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AACB4B-2E45-468C-AEBF-8508B24E1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8353A-F81F-4F5A-A9C7-94216EB6DEB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89B63F-FA22-42A2-924C-C7DFA6EEC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AB9ED6-4EBB-4CA1-9890-52D316A4C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A8AA7-C28D-44C8-8A1E-D55113C8D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26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40C82-C65C-4EBC-886C-EFC3323A9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5ECB11-4B2E-4B15-9147-04AE958C6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8353A-F81F-4F5A-A9C7-94216EB6DEB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2BF73E-2EB1-4139-B700-9255F3757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FCF948-E99C-4C4B-AC67-57A4EACB0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A8AA7-C28D-44C8-8A1E-D55113C8D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220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E4B2D2-DBBE-4CBE-A99B-29B407A11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8353A-F81F-4F5A-A9C7-94216EB6DEB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A89CEB-4F86-4E7E-994D-3D685F83A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8FF491-5BB2-4DBD-B990-BE7EB1D7B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A8AA7-C28D-44C8-8A1E-D55113C8D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515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92F4-0DBF-4098-93B8-6AEEC85A9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4AFA3-3283-46D5-A444-13A89E448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3D6A49-87BB-4201-AED8-8E59A99274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B3FD23-5776-4200-A336-7B5A65F2E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8353A-F81F-4F5A-A9C7-94216EB6DEB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1AF5FB-A46E-4F78-AD11-AEC82C8D0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5C9EBF-BBDA-4C24-8B8A-DA67E5531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A8AA7-C28D-44C8-8A1E-D55113C8D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089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14057-28C4-43C7-A88B-2FFA51CAB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48903-FC6B-44EC-AC24-4B2802A309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F24355-8215-40FD-A23D-B0B2FDE181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5F0231-48F1-4562-BA29-FE7592195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8353A-F81F-4F5A-A9C7-94216EB6DEB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A991C2-0B54-4022-B483-2B900BF75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0C084-BCEA-4CA1-BF74-3709CA427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A8AA7-C28D-44C8-8A1E-D55113C8D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84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BE550-8291-4A1D-AED7-BE2064621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82321E-210B-4822-8BB4-9D1A3731DE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1F2E0-96EE-4D04-978B-8E3E99551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8353A-F81F-4F5A-A9C7-94216EB6DEB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DC827-FBE2-48CA-9F6A-2F19335C9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F74C2-6BF6-4445-AC55-6EDBC7ABB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A8AA7-C28D-44C8-8A1E-D55113C8D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023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17DECA-14A5-4659-B651-C5BF34C35E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228524-0F8D-44C5-A24B-DDB4603269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E37CE-E2FD-4248-92B6-00150BFC9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8353A-F81F-4F5A-A9C7-94216EB6DEB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25E2D-7BCB-4800-82D0-1DE5F4013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EAE82-68ED-4938-BFBE-78D872C85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A8AA7-C28D-44C8-8A1E-D55113C8D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840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29AECD-9BD5-4642-8681-2BF12FFE5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DD943-193B-44B9-A6D4-C2A78773F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A4DB7-C29A-4C0C-8C00-8C1152D533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18353A-F81F-4F5A-A9C7-94216EB6DEB3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9474E-6246-43FB-8918-9C2B51646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8B574-CE99-4ECB-A030-18D5F60A3D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A8AA7-C28D-44C8-8A1E-D55113C8D9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96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3EA330-3E88-4452-A8FE-F1B30F42D5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867"/>
                    </a14:imgEffect>
                    <a14:imgEffect>
                      <a14:saturation sat="125000"/>
                    </a14:imgEffect>
                    <a14:imgEffect>
                      <a14:brightnessContrast bright="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7984" y="871728"/>
            <a:ext cx="7876032" cy="5114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601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mvangrin</dc:creator>
  <cp:lastModifiedBy>mvangrin</cp:lastModifiedBy>
  <cp:revision>1</cp:revision>
  <dcterms:created xsi:type="dcterms:W3CDTF">2026-06-03T11:38:14Z</dcterms:created>
  <dcterms:modified xsi:type="dcterms:W3CDTF">2026-06-03T11:38:37Z</dcterms:modified>
</cp:coreProperties>
</file>